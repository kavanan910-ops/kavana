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62" r:id="rId5"/>
    <p:sldId id="266" r:id="rId6"/>
    <p:sldId id="265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>
        <p:scale>
          <a:sx n="75" d="100"/>
          <a:sy n="75" d="100"/>
        </p:scale>
        <p:origin x="-1872" y="-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949733AF-200D-4B04-A0A5-369A06E2E41E}" type="datetimeFigureOut">
              <a:rPr lang="en-US" smtClean="0"/>
              <a:pPr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fld id="{10C6465A-D9D6-4D4E-A49C-25B1D7A227F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228600"/>
            <a:ext cx="5943600" cy="1219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Train reservation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953000"/>
          </a:xfrm>
        </p:spPr>
        <p:txBody>
          <a:bodyPr>
            <a:normAutofit/>
          </a:bodyPr>
          <a:lstStyle/>
          <a:p>
            <a:r>
              <a:rPr lang="en-US" sz="4500" dirty="0" smtClean="0"/>
              <a:t>Admin:-</a:t>
            </a:r>
            <a:endParaRPr lang="en-US" sz="4500" dirty="0" smtClean="0"/>
          </a:p>
          <a:p>
            <a:pPr>
              <a:buFont typeface="Arial" charset="0"/>
              <a:buChar char="•"/>
            </a:pPr>
            <a:r>
              <a:rPr lang="en-US" sz="3500" dirty="0" smtClean="0"/>
              <a:t>Control the whole app</a:t>
            </a:r>
          </a:p>
          <a:p>
            <a:pPr>
              <a:buFont typeface="Arial" charset="0"/>
              <a:buChar char="•"/>
            </a:pPr>
            <a:r>
              <a:rPr lang="en-US" sz="3500" dirty="0" smtClean="0"/>
              <a:t>Adds or updates train &amp; station data </a:t>
            </a:r>
          </a:p>
          <a:p>
            <a:pPr>
              <a:buFont typeface="Arial" charset="0"/>
              <a:buChar char="•"/>
            </a:pPr>
            <a:r>
              <a:rPr lang="en-US" sz="3500" dirty="0" smtClean="0"/>
              <a:t>Manager users &amp; staff access</a:t>
            </a:r>
            <a:endParaRPr lang="en-US" sz="3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2401"/>
            <a:ext cx="7772400" cy="1447799"/>
          </a:xfrm>
        </p:spPr>
        <p:txBody>
          <a:bodyPr/>
          <a:lstStyle/>
          <a:p>
            <a:r>
              <a:rPr lang="en-US" dirty="0" smtClean="0"/>
              <a:t>Station master:-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600200"/>
            <a:ext cx="7848600" cy="4419600"/>
          </a:xfrm>
        </p:spPr>
        <p:txBody>
          <a:bodyPr/>
          <a:lstStyle/>
          <a:p>
            <a:r>
              <a:rPr lang="en-US" dirty="0" smtClean="0"/>
              <a:t>*updates trains arrival &amp; department status</a:t>
            </a:r>
          </a:p>
          <a:p>
            <a:r>
              <a:rPr lang="en-US" dirty="0" smtClean="0"/>
              <a:t>*manages platform information </a:t>
            </a:r>
          </a:p>
          <a:p>
            <a:r>
              <a:rPr lang="en-US" dirty="0" smtClean="0"/>
              <a:t>*send alert to users </a:t>
            </a:r>
          </a:p>
          <a:p>
            <a:r>
              <a:rPr lang="en-US" sz="5000" dirty="0" smtClean="0"/>
              <a:t>Ticket booking manager:-</a:t>
            </a:r>
          </a:p>
          <a:p>
            <a:r>
              <a:rPr lang="en-US" sz="3000" dirty="0" smtClean="0"/>
              <a:t>*handle online ticket booking</a:t>
            </a:r>
          </a:p>
          <a:p>
            <a:r>
              <a:rPr lang="en-US" sz="3000" dirty="0" smtClean="0"/>
              <a:t>*managers </a:t>
            </a:r>
            <a:r>
              <a:rPr lang="en-US" sz="3000" dirty="0" err="1" smtClean="0"/>
              <a:t>concellations</a:t>
            </a:r>
            <a:r>
              <a:rPr lang="en-US" sz="3000" dirty="0" smtClean="0"/>
              <a:t> &amp; refunds</a:t>
            </a:r>
          </a:p>
          <a:p>
            <a:r>
              <a:rPr lang="en-US" sz="3000" dirty="0" smtClean="0"/>
              <a:t>*shows ticket </a:t>
            </a:r>
            <a:r>
              <a:rPr lang="en-US" sz="3000" dirty="0" err="1" smtClean="0"/>
              <a:t>avaliability</a:t>
            </a:r>
            <a:endParaRPr lang="en-US" sz="3000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 smtClean="0"/>
              <a:t>Customer support </a:t>
            </a:r>
            <a:r>
              <a:rPr lang="en-US" sz="4800" dirty="0" err="1" smtClean="0"/>
              <a:t>exective</a:t>
            </a:r>
            <a:r>
              <a:rPr lang="en-US" sz="4800" dirty="0" smtClean="0"/>
              <a:t>:-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709160"/>
          </a:xfrm>
        </p:spPr>
        <p:txBody>
          <a:bodyPr>
            <a:normAutofit/>
          </a:bodyPr>
          <a:lstStyle/>
          <a:p>
            <a:r>
              <a:rPr lang="en-US" sz="3500" dirty="0" smtClean="0"/>
              <a:t>answers users questions </a:t>
            </a:r>
          </a:p>
          <a:p>
            <a:r>
              <a:rPr lang="en-US" sz="3500" dirty="0" smtClean="0"/>
              <a:t>solve booking or app issues</a:t>
            </a:r>
          </a:p>
          <a:p>
            <a:r>
              <a:rPr lang="en-US" sz="3500" dirty="0" smtClean="0"/>
              <a:t>work via chat or help section</a:t>
            </a:r>
          </a:p>
          <a:p>
            <a:pPr>
              <a:buNone/>
            </a:pP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Notification </a:t>
            </a:r>
            <a:r>
              <a:rPr lang="en-US" dirty="0" smtClean="0"/>
              <a:t>manager: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010400" cy="35052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3000" dirty="0" smtClean="0"/>
              <a:t>*sends push notification</a:t>
            </a:r>
          </a:p>
          <a:p>
            <a:pPr>
              <a:buNone/>
            </a:pPr>
            <a:r>
              <a:rPr lang="en-US" sz="3000" dirty="0" smtClean="0"/>
              <a:t>*alerts about delays platform changes cancelations(stop)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Security manager:-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3000" dirty="0" smtClean="0"/>
              <a:t>*protects user data </a:t>
            </a:r>
          </a:p>
          <a:p>
            <a:pPr>
              <a:buNone/>
            </a:pPr>
            <a:r>
              <a:rPr lang="en-US" sz="3000" dirty="0" smtClean="0"/>
              <a:t>*manager login &amp; privacy</a:t>
            </a:r>
          </a:p>
          <a:p>
            <a:pPr>
              <a:buNone/>
            </a:pPr>
            <a:r>
              <a:rPr lang="en-US" sz="3000" dirty="0" smtClean="0"/>
              <a:t>*prevents misuse of the app</a:t>
            </a:r>
          </a:p>
          <a:p>
            <a:pPr>
              <a:buNone/>
            </a:pPr>
            <a:endParaRPr lang="en-US" sz="3000" dirty="0" smtClean="0"/>
          </a:p>
          <a:p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086600" cy="1143000"/>
          </a:xfrm>
        </p:spPr>
        <p:txBody>
          <a:bodyPr/>
          <a:lstStyle/>
          <a:p>
            <a:r>
              <a:rPr lang="en-US" dirty="0" err="1" smtClean="0"/>
              <a:t>maintenace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077200" cy="4572000"/>
          </a:xfrm>
        </p:spPr>
        <p:txBody>
          <a:bodyPr>
            <a:normAutofit/>
          </a:bodyPr>
          <a:lstStyle/>
          <a:p>
            <a:r>
              <a:rPr lang="en-US" sz="3000" dirty="0" smtClean="0"/>
              <a:t>*solve the problem</a:t>
            </a:r>
          </a:p>
          <a:p>
            <a:r>
              <a:rPr lang="en-US" sz="3000" dirty="0" smtClean="0"/>
              <a:t>*update the app</a:t>
            </a:r>
          </a:p>
          <a:p>
            <a:r>
              <a:rPr lang="en-US" sz="3000" dirty="0" smtClean="0"/>
              <a:t>*improves </a:t>
            </a:r>
            <a:r>
              <a:rPr lang="en-US" sz="3000" dirty="0" err="1" smtClean="0"/>
              <a:t>perfanmance</a:t>
            </a:r>
            <a:endParaRPr lang="en-US" sz="30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Apex">
      <a:dk1>
        <a:sysClr val="windowText" lastClr="000000"/>
      </a:dk1>
      <a:lt1>
        <a:sysClr val="window" lastClr="FFFFFF"/>
      </a:lt1>
      <a:dk2>
        <a:srgbClr val="69676D"/>
      </a:dk2>
      <a:lt2>
        <a:srgbClr val="C9C2D1"/>
      </a:lt2>
      <a:accent1>
        <a:srgbClr val="CEB966"/>
      </a:accent1>
      <a:accent2>
        <a:srgbClr val="9CB084"/>
      </a:accent2>
      <a:accent3>
        <a:srgbClr val="6BB1C9"/>
      </a:accent3>
      <a:accent4>
        <a:srgbClr val="6585CF"/>
      </a:accent4>
      <a:accent5>
        <a:srgbClr val="7E6BC9"/>
      </a:accent5>
      <a:accent6>
        <a:srgbClr val="A379BB"/>
      </a:accent6>
      <a:hlink>
        <a:srgbClr val="410082"/>
      </a:hlink>
      <a:folHlink>
        <a:srgbClr val="932968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100</TotalTime>
  <Words>120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Apex</vt:lpstr>
      <vt:lpstr>Train reservation</vt:lpstr>
      <vt:lpstr>Station master:-</vt:lpstr>
      <vt:lpstr>Customer support exective:-</vt:lpstr>
      <vt:lpstr>Notification manager:</vt:lpstr>
      <vt:lpstr>Security manager:-</vt:lpstr>
      <vt:lpstr>maintenace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 reservation</dc:title>
  <dc:creator>DELL</dc:creator>
  <cp:lastModifiedBy>DELL</cp:lastModifiedBy>
  <cp:revision>11</cp:revision>
  <dcterms:created xsi:type="dcterms:W3CDTF">2026-01-07T03:10:42Z</dcterms:created>
  <dcterms:modified xsi:type="dcterms:W3CDTF">2026-01-07T04:51:29Z</dcterms:modified>
</cp:coreProperties>
</file>